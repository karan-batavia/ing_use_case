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Sensitivity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🔹 How it Works</a:t>
            </a:r>
            <a:br/>
            <a:r>
              <a:t>- Rules (regex.py &amp; regex_queries.py)</a:t>
            </a:r>
            <a:br/>
            <a:r>
              <a:t>  • Detect PII, financial IDs, biometrics, keywords</a:t>
            </a:r>
            <a:br/>
            <a:r>
              <a:t>  • Drive features, labels, redaction</a:t>
            </a:r>
            <a:br/>
            <a:br/>
            <a:r>
              <a:t>- Machine Learning Models</a:t>
            </a:r>
            <a:br/>
            <a:r>
              <a:t>  • Toggle: Logistic Regression | Random Forest | BERT/RoBERTa</a:t>
            </a:r>
            <a:br/>
            <a:r>
              <a:t>  • Predict sensitivity levels:</a:t>
            </a:r>
            <a:br/>
            <a:r>
              <a:t>    - C1: Public</a:t>
            </a:r>
            <a:br/>
            <a:r>
              <a:t>    - C2: Internal</a:t>
            </a:r>
            <a:br/>
            <a:r>
              <a:t>    - C3: Confidential</a:t>
            </a:r>
            <a:br/>
            <a:r>
              <a:t>    - C4: Highly Sensitive</a:t>
            </a:r>
            <a:br/>
            <a:br/>
            <a:r>
              <a:t>- Redaction &amp; Replacement</a:t>
            </a:r>
            <a:br/>
            <a:r>
              <a:t>  • Replace with placeholders: [EMAIL_001], [IBAN_001]</a:t>
            </a:r>
            <a:br/>
            <a:r>
              <a:t>  • Mapping table links original ↔ placeholder + explanation</a:t>
            </a:r>
            <a:br/>
            <a:br/>
            <a:r>
              <a:t>- Integration (Streamlit)</a:t>
            </a:r>
            <a:br/>
            <a:r>
              <a:t>  • User pastes text or uploads file</a:t>
            </a:r>
            <a:br/>
            <a:r>
              <a:t>  • Output: class prediction, probabilities, redacted text, mapping</a:t>
            </a:r>
            <a:br/>
            <a:br/>
            <a:r>
              <a:t>✅ In short: Rules ensure precision, ML adds context, Streamlit makes it easy to use.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